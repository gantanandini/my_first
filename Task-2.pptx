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42" d="100"/>
          <a:sy n="42" d="100"/>
        </p:scale>
        <p:origin x="5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648C3-A787-492D-B59D-32C57F9577E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A08B6-AC72-4C49-9EEC-ACA30D811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728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A08B6-AC72-4C49-9EEC-ACA30D81174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36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F4A8-64F0-23FB-7F8A-205C36005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393E4B-58AE-73B4-C263-7BA0EE867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1946B-C73A-86B5-5D8C-82B84969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D125D-047D-5916-CD91-76945BD8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29308-7EDE-A7E8-35B7-A0BBC3BA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324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2FD1-44FE-F95C-C18A-E0299AB2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811D9-66D3-81A2-6366-AAE8D3B9E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8E7F0-AF31-F371-695D-C2D9BDB3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CC72-C4FC-FDFF-467D-5C42F9C74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17280-ED00-0F7C-FA41-205603C8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83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3FDBE-1A46-6CC9-B2E3-472040DA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970A0-39D5-7363-C36A-683C1DF53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7118-87F9-D026-CC2F-46BCCAB7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72E0-7A12-9F11-E482-4B656C352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DD478-B436-BDBF-9ED2-E6E7A4CC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15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DC2D-88E6-C53F-808D-5BAC68AE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B52F8-ACD8-FAA2-679B-99684D240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5B115-8BFB-2341-EBD0-CCC30F224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8075E-26C8-121B-762A-4D9053A9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99A23-3CA9-8205-5B88-FA14FF8A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B28FB-B939-6BB3-5E4C-A156471B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06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E882-DF52-FB6D-90FC-6D830201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851BB-166E-8ABD-F376-ABCF959F9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0C367-D75B-401D-96BE-0FDCFF2FD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13237-3A63-42B7-8424-BBD081099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3141E-E2D9-59C7-67A0-BBE1A13DA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B4CEB-4BE3-2869-8507-317E57EA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F93FF-9B05-92EA-0A8C-A1EFD51BC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393F5-7B6C-C4EB-A5B3-221AA473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65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E16A5-0390-E9D0-0513-62334161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19F3D-12A7-4633-3F03-56EF7C5A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7ABF9-741A-6610-806F-62C47CF2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2D9D4-CABB-827D-554D-E18FD463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59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D1A50-C243-1424-DB6C-345B6EBB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E6A88-0FD3-D6F6-5F05-B3F630BE1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0D9EF-DB9C-1730-4CA4-EFB7CC5A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16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98CD-E018-B71C-4E01-B7E4D6709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1BFD0-BC46-3EF3-AFFC-97D83599D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ED1AF-BF7C-E917-19C6-8B3EF2A4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66D18-E000-ABE8-2E32-0175A837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11B98-105C-161D-E10B-1D7E94003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B7565-4A62-70FF-506B-82E62BFE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07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AF77-62FF-41FA-9193-2E111BC6B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36A3A-8BA9-C31B-F44C-A1D83B5F9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19D6E-C543-F5DB-94A4-D61E482F7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55C69-0F5C-480E-AA4C-CE1C0B8B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6ED41-AB46-F0F0-5733-55D35F69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D2DA7-DCD7-107E-04CF-6276ED89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65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15C7-0376-8F3F-1D18-5B7EA7E5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EB157-2A94-2DE5-081E-6EC0C55EC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76281-CACB-12C7-EC6C-18F3A94F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DAB45-2AED-DE85-86CB-938371AA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770E0-FA80-FB33-2C0F-14BAF21B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88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A6179-6D1F-E548-D025-D3A0C20CF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97E11-DB04-CFED-681E-28B512679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F1AAA-DBC4-5AA3-9377-41EF5488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60481-75E9-CBB8-4845-BDFF66092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984B0-9047-61BE-E2D8-73A09CDB6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240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FDBCE-20FD-236B-2DB5-94190736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9D2E4-0853-DD9F-F2E1-6FE022AB0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E68E9-7AA6-DBE3-1AC2-A42397643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E6843-E6A7-4501-8CD9-95C03A49ADEA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071FC-F201-63D2-3420-F430C02D2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D29E3-C928-AAFC-0F61-443C5DAD5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EACC6-FD94-43F4-ABFE-135D4919B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34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2C0D-43F6-DCD2-29F2-80BDBE9FC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00797"/>
          </a:xfrm>
        </p:spPr>
        <p:txBody>
          <a:bodyPr>
            <a:normAutofit/>
          </a:bodyPr>
          <a:lstStyle/>
          <a:p>
            <a:r>
              <a:rPr lang="en-US" sz="3600" dirty="0"/>
              <a:t>Task-2: Git Transactions from Local to Remote Repository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AF7CA-B73D-4421-C166-760818C5F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r"/>
            <a:r>
              <a:rPr lang="en-US" dirty="0"/>
              <a:t>  </a:t>
            </a:r>
          </a:p>
          <a:p>
            <a:pPr algn="r"/>
            <a:endParaRPr lang="en-US" dirty="0"/>
          </a:p>
          <a:p>
            <a:pPr algn="r"/>
            <a:r>
              <a:rPr lang="en-IN" b="1" dirty="0"/>
              <a:t>Name: Nandini Ganta</a:t>
            </a:r>
            <a:br>
              <a:rPr lang="en-IN" b="1" dirty="0"/>
            </a:br>
            <a:r>
              <a:rPr lang="en-IN" b="1" dirty="0"/>
              <a:t>GitHub ID: </a:t>
            </a:r>
            <a:r>
              <a:rPr lang="en-IN" b="1" dirty="0" err="1"/>
              <a:t>gantaNandini</a:t>
            </a:r>
            <a:br>
              <a:rPr lang="en-IN" b="1" dirty="0"/>
            </a:br>
            <a:r>
              <a:rPr lang="en-IN" b="1" dirty="0"/>
              <a:t>Repository: </a:t>
            </a:r>
            <a:r>
              <a:rPr lang="en-IN" b="1" dirty="0" err="1"/>
              <a:t>my_first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6443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1694-9CC8-AFCD-4ED2-83C9AADA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b="1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B6587-151F-291E-39ED-66E71D40F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" y="1851661"/>
            <a:ext cx="10515600" cy="2651760"/>
          </a:xfrm>
        </p:spPr>
        <p:txBody>
          <a:bodyPr>
            <a:normAutofit/>
          </a:bodyPr>
          <a:lstStyle/>
          <a:p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and demonstrate Git transactions from local repository to remote repository and vice versa using basic Git commands.</a:t>
            </a:r>
            <a:endParaRPr lang="en-IN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4C915-4FAD-85BB-4E52-6AECB9A3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Tools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87210E-796B-6E49-6DEF-1EEF7E1D54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8486" y="2358261"/>
            <a:ext cx="621548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Command Prompt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41258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111A-A222-8247-79A3-A223554E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dirty="0"/>
              <a:t>git </a:t>
            </a:r>
            <a:r>
              <a:rPr lang="en-IN" sz="6600" dirty="0" err="1"/>
              <a:t>init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4D722-0A12-6E19-269F-8F484882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git </a:t>
            </a:r>
            <a:r>
              <a:rPr lang="en-US" sz="3600" dirty="0" err="1"/>
              <a:t>init</a:t>
            </a:r>
            <a:r>
              <a:rPr lang="en-US" sz="3600" dirty="0"/>
              <a:t> is used to initialize a new Git repository.</a:t>
            </a:r>
            <a:br>
              <a:rPr lang="en-US" sz="3600" dirty="0"/>
            </a:br>
            <a:r>
              <a:rPr lang="en-US" sz="3600" dirty="0"/>
              <a:t>It creates a hidden .git folder which allows Git to track changes.</a:t>
            </a:r>
          </a:p>
          <a:p>
            <a:pPr marL="0" indent="0">
              <a:buNone/>
            </a:pPr>
            <a:r>
              <a:rPr lang="en-IN" sz="3600" dirty="0"/>
              <a:t>Command Used:</a:t>
            </a:r>
          </a:p>
          <a:p>
            <a:pPr marL="0" indent="0">
              <a:buNone/>
            </a:pPr>
            <a:r>
              <a:rPr lang="en-IN" sz="3600" dirty="0"/>
              <a:t>	git </a:t>
            </a:r>
            <a:r>
              <a:rPr lang="en-IN" sz="3600" dirty="0" err="1"/>
              <a:t>init</a:t>
            </a:r>
            <a:endParaRPr lang="en-IN" sz="3600" dirty="0"/>
          </a:p>
          <a:p>
            <a:pPr marL="0" indent="0">
              <a:buNone/>
            </a:pPr>
            <a:r>
              <a:rPr lang="en-US" sz="3600" dirty="0"/>
              <a:t>Output:</a:t>
            </a:r>
          </a:p>
          <a:p>
            <a:pPr marL="0" indent="0">
              <a:buNone/>
            </a:pPr>
            <a:r>
              <a:rPr lang="en-US" sz="3600" dirty="0"/>
              <a:t>	Initialized empty Git repository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10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FAE3C-AEFF-B5B6-6FC1-8706A9C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git add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5FC6-5F0A-F17A-F87F-A2FDFEDD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/>
              <a:t>git add is used to add files to the staging area before committing.</a:t>
            </a:r>
          </a:p>
          <a:p>
            <a:endParaRPr lang="en-US" sz="4000" dirty="0"/>
          </a:p>
          <a:p>
            <a:r>
              <a:rPr lang="en-IN" sz="4000" i="1" dirty="0"/>
              <a:t>Command Used:</a:t>
            </a:r>
          </a:p>
          <a:p>
            <a:pPr marL="457200" lvl="1" indent="0">
              <a:buNone/>
            </a:pPr>
            <a:r>
              <a:rPr lang="en-IN" sz="3600" i="1" dirty="0"/>
              <a:t>git add readme.txt</a:t>
            </a:r>
          </a:p>
          <a:p>
            <a:pPr lvl="1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5445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0807-F5C0-8C97-7438-5B38ABFD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git commit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2FB65-CDB8-AFDD-D746-CEC6EB4DB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i="1" dirty="0"/>
              <a:t>git commit saves the staged changes permanently in the local repository with a message.</a:t>
            </a:r>
          </a:p>
          <a:p>
            <a:endParaRPr lang="en-IN" sz="3200" i="1" dirty="0"/>
          </a:p>
          <a:p>
            <a:r>
              <a:rPr lang="en-IN" sz="3200" i="1" dirty="0"/>
              <a:t>Command Used:	</a:t>
            </a:r>
          </a:p>
          <a:p>
            <a:pPr marL="457200" lvl="1" indent="0">
              <a:buNone/>
            </a:pPr>
            <a:r>
              <a:rPr lang="en-US" sz="3200" i="1" dirty="0"/>
              <a:t>git commit -m "Initial commit"</a:t>
            </a:r>
          </a:p>
          <a:p>
            <a:pPr lvl="1"/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91744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86BA-22A8-3ED1-71CD-086707CD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git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F498-F493-A46A-8366-044C5263F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i="1" dirty="0"/>
              <a:t>git branch is used to create and list branches</a:t>
            </a:r>
          </a:p>
          <a:p>
            <a:pPr marL="0" indent="0">
              <a:buNone/>
            </a:pPr>
            <a:endParaRPr lang="en-US" sz="3200" i="1" dirty="0"/>
          </a:p>
          <a:p>
            <a:pPr marL="0" indent="0">
              <a:buNone/>
            </a:pPr>
            <a:r>
              <a:rPr lang="en-IN" sz="3200" i="1" dirty="0"/>
              <a:t>Command Used:</a:t>
            </a:r>
            <a:endParaRPr lang="en-US" sz="3200" i="1" dirty="0"/>
          </a:p>
          <a:p>
            <a:pPr marL="0" indent="0">
              <a:buNone/>
            </a:pPr>
            <a:r>
              <a:rPr lang="en-US" sz="3200" i="1" dirty="0"/>
              <a:t>	git branch feature</a:t>
            </a:r>
          </a:p>
          <a:p>
            <a:pPr marL="0" indent="0">
              <a:buNone/>
            </a:pPr>
            <a:r>
              <a:rPr lang="en-US" sz="3200" i="1" dirty="0"/>
              <a:t>	git branch</a:t>
            </a:r>
          </a:p>
          <a:p>
            <a:pPr marL="0" indent="0">
              <a:buNone/>
            </a:pPr>
            <a:endParaRPr lang="en-IN" sz="3200" i="1" dirty="0"/>
          </a:p>
        </p:txBody>
      </p:sp>
    </p:spTree>
    <p:extLst>
      <p:ext uri="{BB962C8B-B14F-4D97-AF65-F5344CB8AC3E}">
        <p14:creationId xmlns:p14="http://schemas.microsoft.com/office/powerpoint/2010/main" val="1365322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0AEBF-D67F-F617-E2C9-820857ED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git checkout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EFF10-1684-4967-5AFA-72AC59F19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git checkout is used to switch from one branch to another.</a:t>
            </a:r>
          </a:p>
          <a:p>
            <a:endParaRPr lang="en-US" sz="3600" i="1" dirty="0"/>
          </a:p>
          <a:p>
            <a:pPr marL="0" indent="0">
              <a:buNone/>
            </a:pPr>
            <a:r>
              <a:rPr lang="en-IN" sz="3600" dirty="0"/>
              <a:t>Command Used:</a:t>
            </a:r>
          </a:p>
          <a:p>
            <a:pPr lvl="1"/>
            <a:r>
              <a:rPr lang="en-IN" sz="3200" i="1" dirty="0"/>
              <a:t>git checkout feature</a:t>
            </a:r>
          </a:p>
          <a:p>
            <a:pPr lvl="1"/>
            <a:endParaRPr lang="en-IN" sz="3200" i="1" dirty="0"/>
          </a:p>
        </p:txBody>
      </p:sp>
    </p:spTree>
    <p:extLst>
      <p:ext uri="{BB962C8B-B14F-4D97-AF65-F5344CB8AC3E}">
        <p14:creationId xmlns:p14="http://schemas.microsoft.com/office/powerpoint/2010/main" val="82886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F133-8046-C20B-7A0F-DA8A5FDE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git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76EFA-921A-9E78-1FFA-9235B7AC6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git merge is used to combine changes from one branch into another branch.</a:t>
            </a:r>
          </a:p>
          <a:p>
            <a:endParaRPr lang="en-US" sz="3600" i="1" dirty="0"/>
          </a:p>
          <a:p>
            <a:pPr marL="0" indent="0">
              <a:buNone/>
            </a:pPr>
            <a:r>
              <a:rPr lang="en-IN" sz="3600" dirty="0"/>
              <a:t>Command Used:</a:t>
            </a:r>
          </a:p>
          <a:p>
            <a:pPr marL="0" indent="0">
              <a:buNone/>
            </a:pPr>
            <a:r>
              <a:rPr lang="en-IN" sz="3600" i="1" dirty="0"/>
              <a:t>	git checkout main</a:t>
            </a:r>
          </a:p>
          <a:p>
            <a:pPr marL="0" indent="0">
              <a:buNone/>
            </a:pPr>
            <a:r>
              <a:rPr lang="en-IN" sz="3600" i="1" dirty="0"/>
              <a:t>	git merge feature</a:t>
            </a:r>
          </a:p>
          <a:p>
            <a:pPr marL="0" indent="0">
              <a:buNone/>
            </a:pPr>
            <a:endParaRPr lang="en-IN" sz="3600" i="1" dirty="0"/>
          </a:p>
        </p:txBody>
      </p:sp>
    </p:spTree>
    <p:extLst>
      <p:ext uri="{BB962C8B-B14F-4D97-AF65-F5344CB8AC3E}">
        <p14:creationId xmlns:p14="http://schemas.microsoft.com/office/powerpoint/2010/main" val="1254750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3D37-6D60-B523-558D-556DEC10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dirty="0"/>
              <a:t>git remote add origin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EF85-6FB9-07CF-3A37-56DCC5B5C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/>
              <a:t>This command connects the local repository to the remote GitHub repository.</a:t>
            </a:r>
          </a:p>
          <a:p>
            <a:endParaRPr lang="en-US" sz="4000" i="1" dirty="0"/>
          </a:p>
          <a:p>
            <a:pPr marL="0" indent="0">
              <a:buNone/>
            </a:pPr>
            <a:r>
              <a:rPr lang="en-IN" sz="4000" i="1" dirty="0"/>
              <a:t>Command Used:</a:t>
            </a:r>
          </a:p>
          <a:p>
            <a:pPr lvl="1"/>
            <a:r>
              <a:rPr lang="en-US" sz="3600" i="1" dirty="0"/>
              <a:t>git remote add origin https://github.com/gantaNandini/my_first.git</a:t>
            </a:r>
          </a:p>
          <a:p>
            <a:pPr lvl="1"/>
            <a:endParaRPr lang="en-IN" sz="3600" i="1" dirty="0"/>
          </a:p>
        </p:txBody>
      </p:sp>
    </p:spTree>
    <p:extLst>
      <p:ext uri="{BB962C8B-B14F-4D97-AF65-F5344CB8AC3E}">
        <p14:creationId xmlns:p14="http://schemas.microsoft.com/office/powerpoint/2010/main" val="354130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EAD57-032D-ADDB-B708-7602417E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/>
              <a:t>git push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E970A-9334-CD60-7C7F-3347FAB5A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/>
              <a:t>git push uploads local commits to the remote GitHub repository.</a:t>
            </a:r>
          </a:p>
          <a:p>
            <a:endParaRPr lang="en-US" sz="3200" i="1" dirty="0"/>
          </a:p>
          <a:p>
            <a:pPr marL="0" indent="0">
              <a:buNone/>
            </a:pPr>
            <a:r>
              <a:rPr lang="en-IN" sz="3200" i="1" dirty="0"/>
              <a:t>Command Used:</a:t>
            </a:r>
          </a:p>
          <a:p>
            <a:pPr lvl="1"/>
            <a:r>
              <a:rPr lang="en-US" sz="2800" i="1" dirty="0"/>
              <a:t>git push -u origin main</a:t>
            </a:r>
          </a:p>
          <a:p>
            <a:pPr lvl="1"/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91444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9FB9-9EF0-7BF4-58A0-C50B969A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dirty="0"/>
              <a:t>git pull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40B5A-2908-68E2-3254-2FAA75FD4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/>
              <a:t>git pull fetches and merges changes from the remote repository into the local repository.</a:t>
            </a:r>
          </a:p>
          <a:p>
            <a:endParaRPr lang="en-US" sz="4000" i="1" dirty="0"/>
          </a:p>
          <a:p>
            <a:pPr marL="0" indent="0">
              <a:buNone/>
            </a:pPr>
            <a:r>
              <a:rPr lang="en-IN" sz="4000" dirty="0"/>
              <a:t>Command Used:</a:t>
            </a:r>
          </a:p>
          <a:p>
            <a:pPr lvl="1"/>
            <a:r>
              <a:rPr lang="en-IN" sz="3600" i="1" dirty="0"/>
              <a:t>git pull origin main</a:t>
            </a:r>
          </a:p>
          <a:p>
            <a:pPr lvl="1"/>
            <a:endParaRPr lang="en-IN" sz="3600" i="1" dirty="0"/>
          </a:p>
        </p:txBody>
      </p:sp>
    </p:spTree>
    <p:extLst>
      <p:ext uri="{BB962C8B-B14F-4D97-AF65-F5344CB8AC3E}">
        <p14:creationId xmlns:p14="http://schemas.microsoft.com/office/powerpoint/2010/main" val="551992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CD16-73E2-649A-4C08-2622B8018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git push origin --delete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04F35-4C71-EEE1-13F4-67E2C7A52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i="1" dirty="0"/>
              <a:t>This command deletes a branch from the remote repository.</a:t>
            </a:r>
          </a:p>
          <a:p>
            <a:endParaRPr lang="en-US" sz="4400" i="1" dirty="0"/>
          </a:p>
          <a:p>
            <a:pPr marL="0" indent="0">
              <a:buNone/>
            </a:pPr>
            <a:r>
              <a:rPr lang="en-IN" sz="4400" dirty="0"/>
              <a:t>Commands Used:</a:t>
            </a:r>
          </a:p>
          <a:p>
            <a:pPr lvl="1"/>
            <a:r>
              <a:rPr lang="en-US" sz="4000" i="1" dirty="0"/>
              <a:t>git push origin feature</a:t>
            </a:r>
          </a:p>
          <a:p>
            <a:pPr lvl="1"/>
            <a:r>
              <a:rPr lang="en-US" sz="4000" i="1" dirty="0"/>
              <a:t>git push origin --delete feature</a:t>
            </a:r>
          </a:p>
          <a:p>
            <a:pPr lvl="1"/>
            <a:endParaRPr lang="en-IN" sz="4000" i="1" dirty="0"/>
          </a:p>
        </p:txBody>
      </p:sp>
    </p:spTree>
    <p:extLst>
      <p:ext uri="{BB962C8B-B14F-4D97-AF65-F5344CB8AC3E}">
        <p14:creationId xmlns:p14="http://schemas.microsoft.com/office/powerpoint/2010/main" val="345475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35D3-D018-2025-596B-79DC17C9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E3DCB-0526-1C04-47DB-6D1B2BF06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GitHub Repository Link:</a:t>
            </a:r>
          </a:p>
          <a:p>
            <a:pPr marL="457200" lvl="1" indent="0">
              <a:buNone/>
            </a:pPr>
            <a:r>
              <a:rPr lang="en-IN" sz="3200" dirty="0"/>
              <a:t>https://github.com/gantaNandini/my_first</a:t>
            </a:r>
          </a:p>
          <a:p>
            <a:pPr lvl="1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94973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28F8E-AB1D-B252-A088-260D5CC6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A99E4-60F9-2E01-E61C-8C2E1E30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144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i="1" dirty="0"/>
              <a:t>Thus, Git transactions from local repository to remote repository and vice versa were successfully performed using Git commands such as </a:t>
            </a:r>
            <a:r>
              <a:rPr lang="en-US" sz="3200" i="1" dirty="0" err="1"/>
              <a:t>init</a:t>
            </a:r>
            <a:r>
              <a:rPr lang="en-US" sz="3200" i="1" dirty="0"/>
              <a:t>, add, commit, branch, checkout, merge, push, pull, and delete.</a:t>
            </a:r>
          </a:p>
          <a:p>
            <a:endParaRPr lang="en-US" sz="3200" i="1" dirty="0"/>
          </a:p>
          <a:p>
            <a:endParaRPr lang="en-US" sz="3200" i="1" dirty="0"/>
          </a:p>
          <a:p>
            <a:r>
              <a:rPr lang="en-IN" sz="3200" i="1" dirty="0"/>
              <a:t>https://github.com/gantaNandini/my_first.git</a:t>
            </a:r>
          </a:p>
        </p:txBody>
      </p:sp>
    </p:spTree>
    <p:extLst>
      <p:ext uri="{BB962C8B-B14F-4D97-AF65-F5344CB8AC3E}">
        <p14:creationId xmlns:p14="http://schemas.microsoft.com/office/powerpoint/2010/main" val="354139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399</Words>
  <Application>Microsoft Office PowerPoint</Application>
  <PresentationFormat>Widescreen</PresentationFormat>
  <Paragraphs>74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Task-2: Git Transactions from Local to Remote Repository</vt:lpstr>
      <vt:lpstr>Aim</vt:lpstr>
      <vt:lpstr>Tools Used</vt:lpstr>
      <vt:lpstr>git init</vt:lpstr>
      <vt:lpstr>git add</vt:lpstr>
      <vt:lpstr>git commit</vt:lpstr>
      <vt:lpstr>git branch</vt:lpstr>
      <vt:lpstr>git checkout</vt:lpstr>
      <vt:lpstr>git merge</vt:lpstr>
      <vt:lpstr>git remote add origin</vt:lpstr>
      <vt:lpstr>git push</vt:lpstr>
      <vt:lpstr>git pull</vt:lpstr>
      <vt:lpstr>git push origin --delete</vt:lpstr>
      <vt:lpstr>GitHub Repository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ganta</dc:creator>
  <cp:lastModifiedBy>Nandini ganta</cp:lastModifiedBy>
  <cp:revision>1</cp:revision>
  <dcterms:created xsi:type="dcterms:W3CDTF">2026-01-11T14:47:43Z</dcterms:created>
  <dcterms:modified xsi:type="dcterms:W3CDTF">2026-01-11T14:49:15Z</dcterms:modified>
</cp:coreProperties>
</file>